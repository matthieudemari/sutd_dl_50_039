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9DBEBE-055A-4799-9977-B8B819910A55}" v="50" dt="2025-12-18T21:40:04.6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 sldOrd">
      <pc:chgData name="Matthieu De Mari" userId="dfb708c9-d8dc-439f-9a3b-c772bf4a311c" providerId="ADAL" clId="{81E9B007-0C2C-493E-9B93-55A62C9C1F12}" dt="2025-12-18T21:50:16.109" v="445" actId="20577"/>
      <pc:docMkLst>
        <pc:docMk/>
      </pc:docMkLst>
      <pc:sldChg chg="modSp mod">
        <pc:chgData name="Matthieu De Mari" userId="dfb708c9-d8dc-439f-9a3b-c772bf4a311c" providerId="ADAL" clId="{81E9B007-0C2C-493E-9B93-55A62C9C1F12}" dt="2025-12-18T21:25:15.049" v="44" actId="114"/>
        <pc:sldMkLst>
          <pc:docMk/>
          <pc:sldMk cId="3754516330" sldId="522"/>
        </pc:sldMkLst>
        <pc:spChg chg="mod">
          <ac:chgData name="Matthieu De Mari" userId="dfb708c9-d8dc-439f-9a3b-c772bf4a311c" providerId="ADAL" clId="{81E9B007-0C2C-493E-9B93-55A62C9C1F12}" dt="2025-12-18T21:24:29.959" v="6" actId="20577"/>
          <ac:spMkLst>
            <pc:docMk/>
            <pc:sldMk cId="3754516330" sldId="522"/>
            <ac:spMk id="2" creationId="{52FD168C-A8B7-FBE2-0183-8C332FD8F550}"/>
          </ac:spMkLst>
        </pc:spChg>
        <pc:spChg chg="mod">
          <ac:chgData name="Matthieu De Mari" userId="dfb708c9-d8dc-439f-9a3b-c772bf4a311c" providerId="ADAL" clId="{81E9B007-0C2C-493E-9B93-55A62C9C1F12}" dt="2025-12-18T21:25:15.049" v="44" actId="114"/>
          <ac:spMkLst>
            <pc:docMk/>
            <pc:sldMk cId="3754516330" sldId="522"/>
            <ac:spMk id="3" creationId="{917B4F07-EB70-8BF3-73A3-76EFC1C5820B}"/>
          </ac:spMkLst>
        </pc:spChg>
        <pc:spChg chg="mod">
          <ac:chgData name="Matthieu De Mari" userId="dfb708c9-d8dc-439f-9a3b-c772bf4a311c" providerId="ADAL" clId="{81E9B007-0C2C-493E-9B93-55A62C9C1F12}" dt="2025-12-18T21:25:05.059" v="40" actId="14100"/>
          <ac:spMkLst>
            <pc:docMk/>
            <pc:sldMk cId="3754516330" sldId="522"/>
            <ac:spMk id="4" creationId="{224B6C00-CDCA-7753-FD92-73BE0C88AE10}"/>
          </ac:spMkLst>
        </pc:spChg>
      </pc:sldChg>
      <pc:sldChg chg="modSp mod">
        <pc:chgData name="Matthieu De Mari" userId="dfb708c9-d8dc-439f-9a3b-c772bf4a311c" providerId="ADAL" clId="{81E9B007-0C2C-493E-9B93-55A62C9C1F12}" dt="2025-12-18T21:25:39.065" v="46" actId="1076"/>
        <pc:sldMkLst>
          <pc:docMk/>
          <pc:sldMk cId="2978828430" sldId="523"/>
        </pc:sldMkLst>
        <pc:picChg chg="mod modCrop">
          <ac:chgData name="Matthieu De Mari" userId="dfb708c9-d8dc-439f-9a3b-c772bf4a311c" providerId="ADAL" clId="{81E9B007-0C2C-493E-9B93-55A62C9C1F12}" dt="2025-12-18T21:25:39.065" v="46" actId="1076"/>
          <ac:picMkLst>
            <pc:docMk/>
            <pc:sldMk cId="2978828430" sldId="523"/>
            <ac:picMk id="8" creationId="{DD36D8E9-EC44-BBB5-12EC-8C34D43F16E5}"/>
          </ac:picMkLst>
        </pc:picChg>
      </pc:sldChg>
      <pc:sldChg chg="modSp">
        <pc:chgData name="Matthieu De Mari" userId="dfb708c9-d8dc-439f-9a3b-c772bf4a311c" providerId="ADAL" clId="{81E9B007-0C2C-493E-9B93-55A62C9C1F12}" dt="2025-12-18T21:26:21.425" v="49" actId="20577"/>
        <pc:sldMkLst>
          <pc:docMk/>
          <pc:sldMk cId="3692904375" sldId="527"/>
        </pc:sldMkLst>
        <pc:spChg chg="mod">
          <ac:chgData name="Matthieu De Mari" userId="dfb708c9-d8dc-439f-9a3b-c772bf4a311c" providerId="ADAL" clId="{81E9B007-0C2C-493E-9B93-55A62C9C1F12}" dt="2025-12-18T21:26:21.425" v="49" actId="20577"/>
          <ac:spMkLst>
            <pc:docMk/>
            <pc:sldMk cId="3692904375" sldId="527"/>
            <ac:spMk id="5" creationId="{C1F51DE3-B943-E325-81E1-3500067990A2}"/>
          </ac:spMkLst>
        </pc:spChg>
      </pc:sldChg>
      <pc:sldChg chg="ord">
        <pc:chgData name="Matthieu De Mari" userId="dfb708c9-d8dc-439f-9a3b-c772bf4a311c" providerId="ADAL" clId="{81E9B007-0C2C-493E-9B93-55A62C9C1F12}" dt="2025-12-18T21:25:56.840" v="48"/>
        <pc:sldMkLst>
          <pc:docMk/>
          <pc:sldMk cId="3778560088" sldId="528"/>
        </pc:sldMkLst>
      </pc:sldChg>
      <pc:sldChg chg="modSp mod">
        <pc:chgData name="Matthieu De Mari" userId="dfb708c9-d8dc-439f-9a3b-c772bf4a311c" providerId="ADAL" clId="{81E9B007-0C2C-493E-9B93-55A62C9C1F12}" dt="2025-12-18T21:29:08.938" v="61" actId="27636"/>
        <pc:sldMkLst>
          <pc:docMk/>
          <pc:sldMk cId="453944168" sldId="538"/>
        </pc:sldMkLst>
        <pc:spChg chg="mod">
          <ac:chgData name="Matthieu De Mari" userId="dfb708c9-d8dc-439f-9a3b-c772bf4a311c" providerId="ADAL" clId="{81E9B007-0C2C-493E-9B93-55A62C9C1F12}" dt="2025-12-18T21:29:08.938" v="61" actId="27636"/>
          <ac:spMkLst>
            <pc:docMk/>
            <pc:sldMk cId="453944168" sldId="538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29:39.739" v="63" actId="20577"/>
        <pc:sldMkLst>
          <pc:docMk/>
          <pc:sldMk cId="545763732" sldId="539"/>
        </pc:sldMkLst>
        <pc:spChg chg="mod">
          <ac:chgData name="Matthieu De Mari" userId="dfb708c9-d8dc-439f-9a3b-c772bf4a311c" providerId="ADAL" clId="{81E9B007-0C2C-493E-9B93-55A62C9C1F12}" dt="2025-12-18T21:29:39.739" v="63" actId="20577"/>
          <ac:spMkLst>
            <pc:docMk/>
            <pc:sldMk cId="545763732" sldId="539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31:03.191" v="64" actId="20577"/>
        <pc:sldMkLst>
          <pc:docMk/>
          <pc:sldMk cId="3916751870" sldId="542"/>
        </pc:sldMkLst>
        <pc:spChg chg="mod">
          <ac:chgData name="Matthieu De Mari" userId="dfb708c9-d8dc-439f-9a3b-c772bf4a311c" providerId="ADAL" clId="{81E9B007-0C2C-493E-9B93-55A62C9C1F12}" dt="2025-12-18T21:31:03.191" v="64" actId="20577"/>
          <ac:spMkLst>
            <pc:docMk/>
            <pc:sldMk cId="3916751870" sldId="542"/>
            <ac:spMk id="5" creationId="{42EE8989-CA0E-9B9A-AB65-DD59B00F6EB2}"/>
          </ac:spMkLst>
        </pc:spChg>
      </pc:sldChg>
      <pc:sldChg chg="modSp mod">
        <pc:chgData name="Matthieu De Mari" userId="dfb708c9-d8dc-439f-9a3b-c772bf4a311c" providerId="ADAL" clId="{81E9B007-0C2C-493E-9B93-55A62C9C1F12}" dt="2025-12-18T21:31:53.301" v="76" actId="20577"/>
        <pc:sldMkLst>
          <pc:docMk/>
          <pc:sldMk cId="3100334900" sldId="544"/>
        </pc:sldMkLst>
        <pc:spChg chg="mod">
          <ac:chgData name="Matthieu De Mari" userId="dfb708c9-d8dc-439f-9a3b-c772bf4a311c" providerId="ADAL" clId="{81E9B007-0C2C-493E-9B93-55A62C9C1F12}" dt="2025-12-18T21:31:53.301" v="76" actId="20577"/>
          <ac:spMkLst>
            <pc:docMk/>
            <pc:sldMk cId="3100334900" sldId="544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09.725" v="78" actId="27636"/>
        <pc:sldMkLst>
          <pc:docMk/>
          <pc:sldMk cId="618201935" sldId="545"/>
        </pc:sldMkLst>
        <pc:spChg chg="mod">
          <ac:chgData name="Matthieu De Mari" userId="dfb708c9-d8dc-439f-9a3b-c772bf4a311c" providerId="ADAL" clId="{81E9B007-0C2C-493E-9B93-55A62C9C1F12}" dt="2025-12-18T21:32:09.725" v="78" actId="27636"/>
          <ac:spMkLst>
            <pc:docMk/>
            <pc:sldMk cId="618201935" sldId="545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55.498" v="81" actId="20577"/>
        <pc:sldMkLst>
          <pc:docMk/>
          <pc:sldMk cId="1753014364" sldId="548"/>
        </pc:sldMkLst>
        <pc:spChg chg="mod">
          <ac:chgData name="Matthieu De Mari" userId="dfb708c9-d8dc-439f-9a3b-c772bf4a311c" providerId="ADAL" clId="{81E9B007-0C2C-493E-9B93-55A62C9C1F12}" dt="2025-12-18T21:32:55.498" v="81" actId="20577"/>
          <ac:spMkLst>
            <pc:docMk/>
            <pc:sldMk cId="1753014364" sldId="548"/>
            <ac:spMk id="2" creationId="{E367757C-64AF-8BE1-A9D7-5D4CA0106416}"/>
          </ac:spMkLst>
        </pc:spChg>
      </pc:sldChg>
      <pc:sldChg chg="modSp mod">
        <pc:chgData name="Matthieu De Mari" userId="dfb708c9-d8dc-439f-9a3b-c772bf4a311c" providerId="ADAL" clId="{81E9B007-0C2C-493E-9B93-55A62C9C1F12}" dt="2025-12-18T21:35:27.024" v="186" actId="20577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5-12-18T21:35:27.024" v="186" actId="20577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5-12-18T21:38:35.163" v="204" actId="113"/>
        <pc:sldMkLst>
          <pc:docMk/>
          <pc:sldMk cId="494556532" sldId="562"/>
        </pc:sldMkLst>
        <pc:spChg chg="mod">
          <ac:chgData name="Matthieu De Mari" userId="dfb708c9-d8dc-439f-9a3b-c772bf4a311c" providerId="ADAL" clId="{81E9B007-0C2C-493E-9B93-55A62C9C1F12}" dt="2025-12-18T21:38:35.163" v="204" actId="113"/>
          <ac:spMkLst>
            <pc:docMk/>
            <pc:sldMk cId="494556532" sldId="562"/>
            <ac:spMk id="7" creationId="{D518979B-485A-1F91-718D-3D2067DBEA0B}"/>
          </ac:spMkLst>
        </pc:spChg>
      </pc:sldChg>
      <pc:sldChg chg="modSp mod">
        <pc:chgData name="Matthieu De Mari" userId="dfb708c9-d8dc-439f-9a3b-c772bf4a311c" providerId="ADAL" clId="{81E9B007-0C2C-493E-9B93-55A62C9C1F12}" dt="2025-12-18T21:41:48.977" v="280" actId="20577"/>
        <pc:sldMkLst>
          <pc:docMk/>
          <pc:sldMk cId="2506094589" sldId="565"/>
        </pc:sldMkLst>
        <pc:spChg chg="mod">
          <ac:chgData name="Matthieu De Mari" userId="dfb708c9-d8dc-439f-9a3b-c772bf4a311c" providerId="ADAL" clId="{81E9B007-0C2C-493E-9B93-55A62C9C1F12}" dt="2025-12-18T21:41:48.977" v="280" actId="20577"/>
          <ac:spMkLst>
            <pc:docMk/>
            <pc:sldMk cId="2506094589" sldId="565"/>
            <ac:spMk id="7" creationId="{351BBB68-C97A-F968-8AD2-DE508BF2C073}"/>
          </ac:spMkLst>
        </pc:spChg>
        <pc:picChg chg="mod">
          <ac:chgData name="Matthieu De Mari" userId="dfb708c9-d8dc-439f-9a3b-c772bf4a311c" providerId="ADAL" clId="{81E9B007-0C2C-493E-9B93-55A62C9C1F12}" dt="2025-12-18T21:41:40.611" v="269" actId="14100"/>
          <ac:picMkLst>
            <pc:docMk/>
            <pc:sldMk cId="2506094589" sldId="565"/>
            <ac:picMk id="5" creationId="{36123BC0-70CA-3C75-E622-ABD557DA9A48}"/>
          </ac:picMkLst>
        </pc:picChg>
      </pc:sldChg>
      <pc:sldChg chg="modSp mod">
        <pc:chgData name="Matthieu De Mari" userId="dfb708c9-d8dc-439f-9a3b-c772bf4a311c" providerId="ADAL" clId="{81E9B007-0C2C-493E-9B93-55A62C9C1F12}" dt="2025-12-18T21:42:05.597" v="283" actId="20577"/>
        <pc:sldMkLst>
          <pc:docMk/>
          <pc:sldMk cId="2861982866" sldId="566"/>
        </pc:sldMkLst>
        <pc:spChg chg="mod">
          <ac:chgData name="Matthieu De Mari" userId="dfb708c9-d8dc-439f-9a3b-c772bf4a311c" providerId="ADAL" clId="{81E9B007-0C2C-493E-9B93-55A62C9C1F12}" dt="2025-12-18T21:42:05.597" v="283" actId="20577"/>
          <ac:spMkLst>
            <pc:docMk/>
            <pc:sldMk cId="2861982866" sldId="566"/>
            <ac:spMk id="12" creationId="{DD3CD9CC-3DB1-E108-6A9D-978D92CBFE28}"/>
          </ac:spMkLst>
        </pc:spChg>
      </pc:sldChg>
      <pc:sldChg chg="modSp mod">
        <pc:chgData name="Matthieu De Mari" userId="dfb708c9-d8dc-439f-9a3b-c772bf4a311c" providerId="ADAL" clId="{81E9B007-0C2C-493E-9B93-55A62C9C1F12}" dt="2025-12-18T21:50:16.109" v="445" actId="20577"/>
        <pc:sldMkLst>
          <pc:docMk/>
          <pc:sldMk cId="548617228" sldId="570"/>
        </pc:sldMkLst>
        <pc:spChg chg="mod">
          <ac:chgData name="Matthieu De Mari" userId="dfb708c9-d8dc-439f-9a3b-c772bf4a311c" providerId="ADAL" clId="{81E9B007-0C2C-493E-9B93-55A62C9C1F12}" dt="2025-12-18T21:50:16.109" v="445" actId="20577"/>
          <ac:spMkLst>
            <pc:docMk/>
            <pc:sldMk cId="548617228" sldId="570"/>
            <ac:spMk id="3" creationId="{E475B357-0886-EDDA-5F55-77F580FB4D9B}"/>
          </ac:spMkLst>
        </pc:spChg>
      </pc:sldChg>
      <pc:sldChg chg="modSp mod">
        <pc:chgData name="Matthieu De Mari" userId="dfb708c9-d8dc-439f-9a3b-c772bf4a311c" providerId="ADAL" clId="{81E9B007-0C2C-493E-9B93-55A62C9C1F12}" dt="2025-12-18T21:45:04.116" v="331" actId="20577"/>
        <pc:sldMkLst>
          <pc:docMk/>
          <pc:sldMk cId="4030169117" sldId="580"/>
        </pc:sldMkLst>
        <pc:spChg chg="mod">
          <ac:chgData name="Matthieu De Mari" userId="dfb708c9-d8dc-439f-9a3b-c772bf4a311c" providerId="ADAL" clId="{81E9B007-0C2C-493E-9B93-55A62C9C1F12}" dt="2025-12-18T21:45:04.116" v="331" actId="20577"/>
          <ac:spMkLst>
            <pc:docMk/>
            <pc:sldMk cId="4030169117" sldId="580"/>
            <ac:spMk id="8" creationId="{56F73953-A2CE-A62E-D071-2A65983D9173}"/>
          </ac:spMkLst>
        </pc:spChg>
      </pc:sldChg>
      <pc:sldChg chg="modSp mod">
        <pc:chgData name="Matthieu De Mari" userId="dfb708c9-d8dc-439f-9a3b-c772bf4a311c" providerId="ADAL" clId="{81E9B007-0C2C-493E-9B93-55A62C9C1F12}" dt="2025-12-18T21:46:10.439" v="402" actId="20577"/>
        <pc:sldMkLst>
          <pc:docMk/>
          <pc:sldMk cId="1162878205" sldId="582"/>
        </pc:sldMkLst>
        <pc:spChg chg="mod">
          <ac:chgData name="Matthieu De Mari" userId="dfb708c9-d8dc-439f-9a3b-c772bf4a311c" providerId="ADAL" clId="{81E9B007-0C2C-493E-9B93-55A62C9C1F12}" dt="2025-12-18T21:46:10.439" v="402" actId="20577"/>
          <ac:spMkLst>
            <pc:docMk/>
            <pc:sldMk cId="1162878205" sldId="582"/>
            <ac:spMk id="4" creationId="{720BC5D3-5690-1CC7-4476-5F4D434E7343}"/>
          </ac:spMkLst>
        </pc:spChg>
      </pc:sldChg>
      <pc:sldChg chg="modSp mod">
        <pc:chgData name="Matthieu De Mari" userId="dfb708c9-d8dc-439f-9a3b-c772bf4a311c" providerId="ADAL" clId="{81E9B007-0C2C-493E-9B93-55A62C9C1F12}" dt="2025-12-18T21:34:27.034" v="162" actId="20577"/>
        <pc:sldMkLst>
          <pc:docMk/>
          <pc:sldMk cId="3771406022" sldId="589"/>
        </pc:sldMkLst>
        <pc:spChg chg="mod">
          <ac:chgData name="Matthieu De Mari" userId="dfb708c9-d8dc-439f-9a3b-c772bf4a311c" providerId="ADAL" clId="{81E9B007-0C2C-493E-9B93-55A62C9C1F12}" dt="2025-12-18T21:34:27.034" v="162" actId="20577"/>
          <ac:spMkLst>
            <pc:docMk/>
            <pc:sldMk cId="3771406022" sldId="589"/>
            <ac:spMk id="3" creationId="{1686B346-F257-1111-943C-75EAE45D13D2}"/>
          </ac:spMkLst>
        </pc:spChg>
      </pc:sldChg>
      <pc:sldChg chg="modSp mod">
        <pc:chgData name="Matthieu De Mari" userId="dfb708c9-d8dc-439f-9a3b-c772bf4a311c" providerId="ADAL" clId="{81E9B007-0C2C-493E-9B93-55A62C9C1F12}" dt="2025-12-18T21:40:15.272" v="240" actId="14100"/>
        <pc:sldMkLst>
          <pc:docMk/>
          <pc:sldMk cId="3283345998" sldId="590"/>
        </pc:sldMkLst>
        <pc:spChg chg="mod">
          <ac:chgData name="Matthieu De Mari" userId="dfb708c9-d8dc-439f-9a3b-c772bf4a311c" providerId="ADAL" clId="{81E9B007-0C2C-493E-9B93-55A62C9C1F12}" dt="2025-12-18T21:40:15.272" v="240" actId="14100"/>
          <ac:spMkLst>
            <pc:docMk/>
            <pc:sldMk cId="3283345998" sldId="590"/>
            <ac:spMk id="7" creationId="{A2AD8076-6887-CB42-016B-8FBD46BE46D9}"/>
          </ac:spMkLst>
        </pc:spChg>
      </pc:sldChg>
      <pc:sldChg chg="modSp">
        <pc:chgData name="Matthieu De Mari" userId="dfb708c9-d8dc-439f-9a3b-c772bf4a311c" providerId="ADAL" clId="{81E9B007-0C2C-493E-9B93-55A62C9C1F12}" dt="2025-12-18T21:39:38.984" v="205" actId="20577"/>
        <pc:sldMkLst>
          <pc:docMk/>
          <pc:sldMk cId="909948808" sldId="591"/>
        </pc:sldMkLst>
        <pc:spChg chg="mod">
          <ac:chgData name="Matthieu De Mari" userId="dfb708c9-d8dc-439f-9a3b-c772bf4a311c" providerId="ADAL" clId="{81E9B007-0C2C-493E-9B93-55A62C9C1F12}" dt="2025-12-18T21:39:38.984" v="205" actId="20577"/>
          <ac:spMkLst>
            <pc:docMk/>
            <pc:sldMk cId="909948808" sldId="591"/>
            <ac:spMk id="7" creationId="{A2AD8076-6887-CB42-016B-8FBD46BE46D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9748" cy="5032375"/>
          </a:xfrm>
        </p:spPr>
        <p:txBody>
          <a:bodyPr>
            <a:normAutofit/>
          </a:bodyPr>
          <a:lstStyle/>
          <a:p>
            <a:r>
              <a:rPr lang="en-GB" dirty="0"/>
              <a:t>Eventually the output signal produced by a neuron will be passed to other neurons in the brain.</a:t>
            </a:r>
          </a:p>
          <a:p>
            <a:r>
              <a:rPr lang="en-GB" dirty="0"/>
              <a:t>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457335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could indeed be used to solve some of the problems that biological neural networks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argument: see </a:t>
            </a:r>
            <a:r>
              <a:rPr lang="en-US" dirty="0"/>
              <a:t>[Quanta2021] and [MITNews2022].</a:t>
            </a:r>
            <a:endParaRPr lang="en-SG" dirty="0"/>
          </a:p>
          <a:p>
            <a:endParaRPr lang="en-GB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we have no way to adjust the weights manually.</a:t>
            </a:r>
          </a:p>
          <a:p>
            <a:r>
              <a:rPr lang="en-GB" dirty="0"/>
              <a:t>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</a:t>
            </a:r>
            <a:br>
              <a:rPr lang="en-GB" b="1" dirty="0"/>
            </a:br>
            <a:r>
              <a:rPr lang="en-GB" b="1" dirty="0"/>
              <a:t>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85" y="4548090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u="sng" dirty="0"/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u="sng" dirty="0"/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</a:t>
            </a:r>
            <a:r>
              <a:rPr lang="en-GB" sz="4400"/>
              <a:t>calculate and implement</a:t>
            </a:r>
            <a:r>
              <a:rPr lang="en-GB" sz="4400" dirty="0"/>
              <a:t>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given number of iteration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 later.</a:t>
                </a:r>
              </a:p>
              <a:p>
                <a:r>
                  <a:rPr lang="en-SG" dirty="0"/>
                  <a:t>Also implemented an early stopping, which will break for loop if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 xmlns="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  <a:blipFill>
                <a:blip r:embed="rId3"/>
                <a:stretch>
                  <a:fillRect l="-2317" t="-2463" r="-30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curves below are called </a:t>
            </a:r>
            <a:r>
              <a:rPr lang="en-GB" b="1" dirty="0"/>
              <a:t>training curves </a:t>
            </a:r>
            <a:r>
              <a:rPr lang="en-GB" dirty="0"/>
              <a:t>and are useful to show how the training went (make an extra viz method to be used </a:t>
            </a:r>
            <a:r>
              <a:rPr lang="en-GB"/>
              <a:t>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/>
              <a:t>: Emeritus Professor</a:t>
            </a:r>
            <a:r>
              <a:rPr lang="en-GB"/>
              <a:t> </a:t>
            </a:r>
            <a:r>
              <a:rPr lang="en-GB" dirty="0"/>
              <a:t>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Science), Nobel Prize Physics </a:t>
            </a:r>
            <a:r>
              <a:rPr lang="en-GB"/>
              <a:t>2025. Formerly</a:t>
            </a:r>
            <a:r>
              <a:rPr lang="en-GB" dirty="0"/>
              <a:t>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10244014" y="4961921"/>
            <a:ext cx="15494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 and Chief of AI at Meta (Facebook)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3313</TotalTime>
  <Words>5265</Words>
  <Application>Microsoft Office PowerPoint</Application>
  <PresentationFormat>Widescreen</PresentationFormat>
  <Paragraphs>460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2025-12-18T21:50:19Z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